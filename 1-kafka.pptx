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44" d="100"/>
          <a:sy n="44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2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2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3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9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4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1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9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3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1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CE786-8598-41CC-9D0C-76E5BC2ECF0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8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938056" y="2547257"/>
            <a:ext cx="635834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Why was </a:t>
            </a:r>
            <a:r>
              <a:rPr lang="en-US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</a:t>
            </a:r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born ?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917" y="3918855"/>
            <a:ext cx="2087431" cy="227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1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449909" y="1946564"/>
            <a:ext cx="38988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Back in 2014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50" y="3150437"/>
            <a:ext cx="2099694" cy="20996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935" y="973282"/>
            <a:ext cx="1020771" cy="102077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45906" y="5530674"/>
            <a:ext cx="65067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They have 2 problems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6972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88999" y="2154600"/>
            <a:ext cx="1532185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Monitoring system (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cpu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ram usage )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361" y="2727849"/>
            <a:ext cx="3781426" cy="378142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750" y="2813991"/>
            <a:ext cx="4914728" cy="369528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88999" y="2154599"/>
            <a:ext cx="983557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 User activity tracking system ( clicking profile, view jobs )</a:t>
            </a:r>
          </a:p>
        </p:txBody>
      </p:sp>
    </p:spTree>
    <p:extLst>
      <p:ext uri="{BB962C8B-B14F-4D97-AF65-F5344CB8AC3E}">
        <p14:creationId xmlns:p14="http://schemas.microsoft.com/office/powerpoint/2010/main" val="415287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3642249"/>
            <a:ext cx="15321858" cy="2554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914400" lvl="1" indent="-457200">
              <a:buFontTx/>
              <a:buChar char="-"/>
            </a:pP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Pooling with delay ( while loop with interval – assumed 15’ )</a:t>
            </a:r>
          </a:p>
          <a:p>
            <a:pPr marL="914400" lvl="1" indent="-457200">
              <a:buFontTx/>
              <a:buChar char="-"/>
            </a:pP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Inconsistent metric names and formats, schema changes.  </a:t>
            </a:r>
          </a:p>
          <a:p>
            <a:pPr lvl="1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(HTTP batches with XML messages)</a:t>
            </a:r>
          </a:p>
          <a:p>
            <a:pPr marL="1371600" lvl="2" indent="-457200">
              <a:buFont typeface="Symbol" panose="05050102010706020507" pitchFamily="18" charset="2"/>
              <a:buChar char="Þ"/>
            </a:pP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required manual handling</a:t>
            </a:r>
          </a:p>
          <a:p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-    Not support real time tracking ( Hourly batch 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9541" t="11765" r="19434" b="18977"/>
          <a:stretch/>
        </p:blipFill>
        <p:spPr>
          <a:xfrm>
            <a:off x="8708571" y="239486"/>
            <a:ext cx="2963833" cy="28901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175" y="239486"/>
            <a:ext cx="3691754" cy="280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64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2083668"/>
            <a:ext cx="15480475" cy="206210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Existing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ActiveMQ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could not handle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Linkend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scale</a:t>
            </a:r>
          </a:p>
          <a:p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billions of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messages per day ), today processes </a:t>
            </a:r>
            <a:r>
              <a:rPr lang="en-US" sz="32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trillions of messages and petabytes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 data daily, broker cause app disruptions</a:t>
            </a:r>
          </a:p>
          <a:p>
            <a:pPr lvl="1"/>
            <a:endParaRPr lang="en-US" sz="32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574" y="3988254"/>
            <a:ext cx="3425598" cy="25706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89" y="4282875"/>
            <a:ext cx="4037240" cy="198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26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84" y="1330779"/>
            <a:ext cx="3279900" cy="43297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745" y="1330779"/>
            <a:ext cx="3250595" cy="432979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31608" y="128418"/>
            <a:ext cx="74804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Then finally Kafka came!!!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11022" y="5843886"/>
            <a:ext cx="52020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mean </a:t>
            </a:r>
            <a:r>
              <a:rPr lang="en-US" sz="54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 him 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Wingdings" panose="05000000000000000000" pitchFamily="2" charset="2"/>
              </a:rPr>
              <a:t>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022" y="1378637"/>
            <a:ext cx="3890284" cy="423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6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4584" y="193733"/>
            <a:ext cx="87030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team build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includes: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099" y="1336220"/>
            <a:ext cx="3456214" cy="34562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99" y="1336220"/>
            <a:ext cx="3429000" cy="3429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1120" y="3112034"/>
            <a:ext cx="2106386" cy="374468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19099" y="4984377"/>
            <a:ext cx="36729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Before </a:t>
            </a:r>
            <a:r>
              <a:rPr lang="en-US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60377" y="5011591"/>
            <a:ext cx="32416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After </a:t>
            </a:r>
            <a:r>
              <a:rPr lang="en-US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4680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4584" y="193733"/>
            <a:ext cx="87030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team build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includes: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40" y="1603601"/>
            <a:ext cx="5210175" cy="34766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87775" y="5405735"/>
            <a:ext cx="45817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Neha </a:t>
            </a:r>
            <a:r>
              <a:rPr lang="en-US" sz="5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Narkhede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327" y="1603600"/>
            <a:ext cx="3543301" cy="354330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916596" y="5405735"/>
            <a:ext cx="23647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Jun Rao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305" y="1117063"/>
            <a:ext cx="3098346" cy="550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/>
      <p:bldP spid="10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137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anhld82</dc:creator>
  <cp:lastModifiedBy>anhld82</cp:lastModifiedBy>
  <cp:revision>9</cp:revision>
  <dcterms:created xsi:type="dcterms:W3CDTF">2026-07-23T07:07:03Z</dcterms:created>
  <dcterms:modified xsi:type="dcterms:W3CDTF">2026-07-23T10:21:13Z</dcterms:modified>
</cp:coreProperties>
</file>