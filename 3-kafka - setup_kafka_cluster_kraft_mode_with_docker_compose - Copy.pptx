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3" autoAdjust="0"/>
    <p:restoredTop sz="94660"/>
  </p:normalViewPr>
  <p:slideViewPr>
    <p:cSldViewPr snapToGrid="0">
      <p:cViewPr varScale="1">
        <p:scale>
          <a:sx n="58" d="100"/>
          <a:sy n="58" d="100"/>
        </p:scale>
        <p:origin x="68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381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29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420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9376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09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943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616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7947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91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0360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519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FCE786-8598-41CC-9D0C-76E5BC2ECF0B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B9623-680B-4E06-8EF2-AC8FFD5AE6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8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821677" y="1831572"/>
            <a:ext cx="6588329" cy="177615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Kafka 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Cluster using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docker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compose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461" y="3918855"/>
            <a:ext cx="2087431" cy="227239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0638" y="4271584"/>
            <a:ext cx="3260235" cy="156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610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182" y="0"/>
            <a:ext cx="1946564" cy="194656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746" y="1946564"/>
            <a:ext cx="7898823" cy="440934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821677" y="511617"/>
            <a:ext cx="7196892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Use 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kraf</a:t>
            </a:r>
            <a:r>
              <a:rPr lang="en-US" sz="5400" dirty="0" err="1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</a:t>
            </a:r>
            <a:r>
              <a:rPr lang="en-US" sz="5400" dirty="0" smtClean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mode instead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00195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884</TotalTime>
  <Words>9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anhld82</dc:creator>
  <cp:lastModifiedBy>anhld82</cp:lastModifiedBy>
  <cp:revision>35</cp:revision>
  <dcterms:created xsi:type="dcterms:W3CDTF">2026-07-23T07:07:03Z</dcterms:created>
  <dcterms:modified xsi:type="dcterms:W3CDTF">2026-07-27T06:41:26Z</dcterms:modified>
</cp:coreProperties>
</file>